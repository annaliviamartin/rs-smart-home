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4.svg" ContentType="image/svg"/>
  <Override PartName="/ppt/media/image16.svg" ContentType="image/svg"/>
  <Override PartName="/ppt/media/image18.svg" ContentType="image/svg"/>
  <Override PartName="/ppt/media/image22.svg" ContentType="image/svg"/>
  <Override PartName="/ppt/media/image24.svg" ContentType="image/svg"/>
  <Override PartName="/ppt/media/image35.svg" ContentType="image/svg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C9918FA-6FAF-4008-AE90-69A0BFA19B2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4826D6-6440-4A53-B1D5-F1EA8E7C3E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56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4C1D75-F59C-41A5-8C41-9FC38C70C20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088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88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3B212E-2B4E-472A-A47D-8636FF1AABF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960" cy="520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88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84B7E1-5D56-4A1E-8ADB-D843A94A290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5440" cy="219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544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3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A3EDE1-84DF-4E1E-88D4-66ABC426E60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6440" cy="685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6440" cy="685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84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84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6"/>
          </p:nvPr>
        </p:nvSpPr>
        <p:spPr>
          <a:xfrm>
            <a:off x="5892840" y="6233760"/>
            <a:ext cx="28436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8A4CB2-90B6-4675-921C-17078A4CAA0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56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FB7446-4E38-43AB-BCAF-3CC347497DF4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84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84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960" cy="520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617116-31BE-4246-A015-CBCFDD1D41A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120" cy="967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" name="Google Shape;57;p25"/>
          <p:cNvGrpSpPr/>
          <p:nvPr/>
        </p:nvGrpSpPr>
        <p:grpSpPr>
          <a:xfrm>
            <a:off x="10884240" y="488880"/>
            <a:ext cx="890280" cy="213840"/>
            <a:chOff x="10884240" y="488880"/>
            <a:chExt cx="890280" cy="213840"/>
          </a:xfrm>
        </p:grpSpPr>
        <p:sp>
          <p:nvSpPr>
            <p:cNvPr id="45" name="Google Shape;58;p25"/>
            <p:cNvSpPr/>
            <p:nvPr/>
          </p:nvSpPr>
          <p:spPr>
            <a:xfrm>
              <a:off x="10884240" y="490680"/>
              <a:ext cx="675720" cy="212040"/>
            </a:xfrm>
            <a:custGeom>
              <a:avLst/>
              <a:gdLst>
                <a:gd name="textAreaLeft" fmla="*/ 0 w 675720"/>
                <a:gd name="textAreaRight" fmla="*/ 676800 w 675720"/>
                <a:gd name="textAreaTop" fmla="*/ 0 h 212040"/>
                <a:gd name="textAreaBottom" fmla="*/ 213120 h 2120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Google Shape;59;p25"/>
            <p:cNvSpPr/>
            <p:nvPr/>
          </p:nvSpPr>
          <p:spPr>
            <a:xfrm>
              <a:off x="11617920" y="488880"/>
              <a:ext cx="156600" cy="149760"/>
            </a:xfrm>
            <a:custGeom>
              <a:avLst/>
              <a:gdLst>
                <a:gd name="textAreaLeft" fmla="*/ 0 w 156600"/>
                <a:gd name="textAreaRight" fmla="*/ 157680 w 156600"/>
                <a:gd name="textAreaTop" fmla="*/ 0 h 149760"/>
                <a:gd name="textAreaBottom" fmla="*/ 150840 h 14976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PlaceHolder 4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F3412-6179-4D3F-A85B-A46713CD2AE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208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5360" cy="229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5360" cy="229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88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5520" cy="1075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5520" cy="1075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7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44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FAD569-A62D-44CB-98FF-7446825D00F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sldNum" idx="11"/>
          </p:nvPr>
        </p:nvSpPr>
        <p:spPr>
          <a:xfrm>
            <a:off x="5892840" y="6233760"/>
            <a:ext cx="28436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44C49A-F658-44EA-829C-BC6FAA1642E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84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84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Google Shape;13;p16" descr="Grafik 7"/>
          <p:cNvPicPr/>
          <p:nvPr/>
        </p:nvPicPr>
        <p:blipFill>
          <a:blip r:embed="rId3"/>
          <a:srcRect l="0" t="33692" r="9034" b="0"/>
          <a:stretch/>
        </p:blipFill>
        <p:spPr>
          <a:xfrm>
            <a:off x="4588200" y="0"/>
            <a:ext cx="7602840" cy="653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3"/>
          <p:cNvSpPr>
            <a:spLocks noGrp="1"/>
          </p:cNvSpPr>
          <p:nvPr>
            <p:ph type="sldNum" idx="12"/>
          </p:nvPr>
        </p:nvSpPr>
        <p:spPr>
          <a:xfrm>
            <a:off x="5892840" y="6233760"/>
            <a:ext cx="28436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7E65AE-30F7-43B2-B630-12922F2BE68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Relationship Id="rId9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84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84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80;p1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6960" cy="45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6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9776B1-E3B9-4530-9B58-FF53599134A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3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Einleitung in das Thema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750F9D-E46E-441D-BF21-13317ABBAD5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Thema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89;p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8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43BCCC-FE2D-420E-B5F7-8A3FF17A3C1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0" name="Grafik 4"/>
          <p:cNvPicPr/>
          <p:nvPr/>
        </p:nvPicPr>
        <p:blipFill>
          <a:blip r:embed="rId1"/>
          <a:stretch/>
        </p:blipFill>
        <p:spPr>
          <a:xfrm>
            <a:off x="4101120" y="1268280"/>
            <a:ext cx="3988800" cy="475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86;p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Bewegungsmodellierung in Räumen von Unterschiedlichen Personen mit unterschiedlichen Berechtigungen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89;p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D756EE-5D1F-41A4-9683-8DD6FA099EC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5;p 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3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Spezifikation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 für die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98;p 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1ACB64-9873-4F65-B7D3-F88C2BF8695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86;p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Spezifikationsschritte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Hier die Spezifikationsschritte für die Zielerreichung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89;p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ACECA7-B105-4176-A38F-622D10CD331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95;p 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3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98;p 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3A856E-80A4-4A4A-8C6B-61BA9914549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3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FA1A28-8989-44FD-B697-1838AA561AD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5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3760" cy="457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5E73E4-AAD2-450F-B8E5-B478FE86DDB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0" name="Grafik 10"/>
          <p:cNvPicPr/>
          <p:nvPr/>
        </p:nvPicPr>
        <p:blipFill>
          <a:blip r:embed="rId1"/>
          <a:stretch/>
        </p:blipFill>
        <p:spPr>
          <a:xfrm>
            <a:off x="6013800" y="2561760"/>
            <a:ext cx="4981680" cy="195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feld 11"/>
          <p:cNvSpPr/>
          <p:nvPr/>
        </p:nvSpPr>
        <p:spPr>
          <a:xfrm>
            <a:off x="589680" y="1268280"/>
            <a:ext cx="4250520" cy="43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PERSON{}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BEWOHNER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GAST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personenImOrtGrob: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personenImOrtFein: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nachbarn: some ORT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RAUM extends ORT 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TUER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GARTEN extends RAUM{}{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nachbarn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TUER extends ORT{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offen: one Bool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RAUM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8BAE3B-557D-4F10-906D-A3FA8A9B955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1680" cy="195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feld 11"/>
          <p:cNvSpPr/>
          <p:nvPr/>
        </p:nvSpPr>
        <p:spPr>
          <a:xfrm>
            <a:off x="543960" y="1873080"/>
            <a:ext cx="6822000" cy="33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2E1A22-5176-47EE-B5BE-28694D97BEB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3960" cy="200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7960" cy="1875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168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7360" cy="198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560" cy="880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itel 1"/>
          <p:cNvSpPr/>
          <p:nvPr/>
        </p:nvSpPr>
        <p:spPr>
          <a:xfrm>
            <a:off x="696240" y="3833640"/>
            <a:ext cx="762156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5760000" y="3916800"/>
            <a:ext cx="5866920" cy="135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F0DDF-E930-4575-B58B-EDE7E291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Grafik 2"/>
          <p:cNvPicPr/>
          <p:nvPr/>
        </p:nvPicPr>
        <p:blipFill>
          <a:blip r:embed="rId1"/>
          <a:stretch/>
        </p:blipFill>
        <p:spPr>
          <a:xfrm>
            <a:off x="3260520" y="4072320"/>
            <a:ext cx="5331600" cy="12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feld 4"/>
          <p:cNvSpPr/>
          <p:nvPr/>
        </p:nvSpPr>
        <p:spPr>
          <a:xfrm>
            <a:off x="2715840" y="1553400"/>
            <a:ext cx="6759720" cy="22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/>
          <p:cNvSpPr/>
          <p:nvPr/>
        </p:nvSpPr>
        <p:spPr>
          <a:xfrm>
            <a:off x="3260520" y="549360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/>
          <p:cNvSpPr/>
          <p:nvPr/>
        </p:nvSpPr>
        <p:spPr>
          <a:xfrm>
            <a:off x="6713640" y="549144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/>
          <p:cNvSpPr/>
          <p:nvPr/>
        </p:nvSpPr>
        <p:spPr>
          <a:xfrm rot="9762600">
            <a:off x="8504280" y="17884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/>
          <p:cNvSpPr/>
          <p:nvPr/>
        </p:nvSpPr>
        <p:spPr>
          <a:xfrm>
            <a:off x="9334800" y="1457280"/>
            <a:ext cx="18784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28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345F7D-26AE-46C0-AC3C-9228D7A15C7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56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1560" cy="1202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43320" y="3696480"/>
            <a:ext cx="5476320" cy="152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BB5598-A641-49BC-86AD-95CF8603A5F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880" cy="103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EC8018-94D0-41F2-9637-9537180EA4C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6BFF7-D90B-4DD5-9E47-81AAE5CE9BA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Pfeil: nach rechts 4"/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feld 7"/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23E668-6669-491B-A79B-27446592CF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Pfeil: nach rechts 4"/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feld 7"/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3DC681-1FBB-4FA0-AC14-DF731A4B35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880" cy="103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Textfeld 8"/>
          <p:cNvSpPr/>
          <p:nvPr/>
        </p:nvSpPr>
        <p:spPr>
          <a:xfrm>
            <a:off x="543960" y="2838600"/>
            <a:ext cx="54640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elle 3"/>
          <p:cNvGraphicFramePr/>
          <p:nvPr/>
        </p:nvGraphicFramePr>
        <p:xfrm>
          <a:off x="2031840" y="25092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86;p 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89;p 1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34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7A7B91-2F0A-4216-B51D-7F777B41D1B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9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 mit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143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80000" y="4860000"/>
            <a:ext cx="5466600" cy="1608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35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FA9473-020D-434F-B27E-78E7B258C76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8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9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8640" cy="106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feld 8"/>
          <p:cNvSpPr/>
          <p:nvPr/>
        </p:nvSpPr>
        <p:spPr>
          <a:xfrm>
            <a:off x="543960" y="2838600"/>
            <a:ext cx="54640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8640" cy="85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BC28DD-096D-4B3A-A5A5-FCAA30CBA39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6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Multiplikationszeichen 11"/>
          <p:cNvSpPr/>
          <p:nvPr/>
        </p:nvSpPr>
        <p:spPr>
          <a:xfrm>
            <a:off x="5635080" y="4209840"/>
            <a:ext cx="920880" cy="92088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1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2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5640" cy="121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5FC62A-1E06-4018-859A-4FDBC595722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9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Pfeil: nach rechts 27"/>
          <p:cNvSpPr/>
          <p:nvPr/>
        </p:nvSpPr>
        <p:spPr>
          <a:xfrm rot="20607000">
            <a:off x="2576880" y="4478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feld 29"/>
          <p:cNvSpPr/>
          <p:nvPr/>
        </p:nvSpPr>
        <p:spPr>
          <a:xfrm>
            <a:off x="459000" y="5141160"/>
            <a:ext cx="6094080" cy="9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8A53E2-D596-4051-A48D-9B26DF2E827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Pfeil: nach rechts 2"/>
          <p:cNvSpPr/>
          <p:nvPr/>
        </p:nvSpPr>
        <p:spPr>
          <a:xfrm rot="20607000">
            <a:off x="2576880" y="4478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feld 5"/>
          <p:cNvSpPr/>
          <p:nvPr/>
        </p:nvSpPr>
        <p:spPr>
          <a:xfrm>
            <a:off x="459000" y="5141160"/>
            <a:ext cx="6094080" cy="9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880FD9-1365-4238-A327-135AC958BA4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4040" cy="99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9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1" name="Textfeld 4"/>
          <p:cNvSpPr/>
          <p:nvPr/>
        </p:nvSpPr>
        <p:spPr>
          <a:xfrm>
            <a:off x="631080" y="4645440"/>
            <a:ext cx="4952520" cy="9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feld 6"/>
          <p:cNvSpPr/>
          <p:nvPr/>
        </p:nvSpPr>
        <p:spPr>
          <a:xfrm>
            <a:off x="6607800" y="4645440"/>
            <a:ext cx="4952520" cy="5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feld 7"/>
          <p:cNvSpPr/>
          <p:nvPr/>
        </p:nvSpPr>
        <p:spPr>
          <a:xfrm>
            <a:off x="631080" y="4169160"/>
            <a:ext cx="2306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feld 9"/>
          <p:cNvSpPr/>
          <p:nvPr/>
        </p:nvSpPr>
        <p:spPr>
          <a:xfrm>
            <a:off x="6607800" y="4169160"/>
            <a:ext cx="2306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feil: nach unten 10"/>
          <p:cNvSpPr/>
          <p:nvPr/>
        </p:nvSpPr>
        <p:spPr>
          <a:xfrm rot="2929200">
            <a:off x="3646800" y="3215880"/>
            <a:ext cx="478080" cy="85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6" name="Pfeil: nach unten 12"/>
          <p:cNvSpPr/>
          <p:nvPr/>
        </p:nvSpPr>
        <p:spPr>
          <a:xfrm rot="19296000">
            <a:off x="6716160" y="3213000"/>
            <a:ext cx="478080" cy="85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türFälltZu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0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3000" cy="259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7440" cy="255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5720" cy="255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30400" cy="255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86;p 3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9;p 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40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4EE91D-ABAB-49BF-994C-8DA484D8A64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95;p 5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53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98;p 5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806E5B-7B28-4847-A498-28A4594D5B9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86;p 5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9;p 5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sldNum" idx="4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3868AB-6D90-4DAE-9AF4-9DDA5A32C49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1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3400" cy="46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PlaceHolder 8"/>
          <p:cNvSpPr/>
          <p:nvPr/>
        </p:nvSpPr>
        <p:spPr>
          <a:xfrm>
            <a:off x="544320" y="1484280"/>
            <a:ext cx="4855320" cy="457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86;p 18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89;p 18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792505-FD15-4F45-9A2C-105FBF54703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1680" cy="20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ceHolder 60"/>
          <p:cNvSpPr/>
          <p:nvPr/>
        </p:nvSpPr>
        <p:spPr>
          <a:xfrm>
            <a:off x="544320" y="1484280"/>
            <a:ext cx="4855320" cy="457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5637960" y="2628000"/>
            <a:ext cx="2461680" cy="431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7740000" y="3960000"/>
            <a:ext cx="899640" cy="17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7740000" y="3960000"/>
            <a:ext cx="899640" cy="17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86;p 4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89;p 4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FFA487-ADBB-40F0-86E1-8BCA401A54D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6" name=""/>
          <p:cNvPicPr/>
          <p:nvPr/>
        </p:nvPicPr>
        <p:blipFill>
          <a:blip r:embed="rId1"/>
          <a:stretch/>
        </p:blipFill>
        <p:spPr>
          <a:xfrm>
            <a:off x="900000" y="1734480"/>
            <a:ext cx="7559640" cy="24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"/>
          <p:cNvPicPr/>
          <p:nvPr/>
        </p:nvPicPr>
        <p:blipFill>
          <a:blip r:embed="rId2"/>
          <a:stretch/>
        </p:blipFill>
        <p:spPr>
          <a:xfrm>
            <a:off x="891000" y="2160000"/>
            <a:ext cx="4148640" cy="111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feil: nach rechts 8"/>
          <p:cNvSpPr/>
          <p:nvPr/>
        </p:nvSpPr>
        <p:spPr>
          <a:xfrm rot="9762600">
            <a:off x="6335640" y="12106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feld 17"/>
          <p:cNvSpPr/>
          <p:nvPr/>
        </p:nvSpPr>
        <p:spPr>
          <a:xfrm>
            <a:off x="7301160" y="102492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feil: nach rechts 9"/>
          <p:cNvSpPr/>
          <p:nvPr/>
        </p:nvSpPr>
        <p:spPr>
          <a:xfrm rot="9762600">
            <a:off x="4715640" y="236664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feld 18"/>
          <p:cNvSpPr/>
          <p:nvPr/>
        </p:nvSpPr>
        <p:spPr>
          <a:xfrm>
            <a:off x="5364000" y="227700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"/>
          <p:cNvPicPr/>
          <p:nvPr/>
        </p:nvPicPr>
        <p:blipFill>
          <a:blip r:embed="rId3"/>
          <a:stretch/>
        </p:blipFill>
        <p:spPr>
          <a:xfrm>
            <a:off x="865440" y="3960000"/>
            <a:ext cx="9664920" cy="14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feil: nach rechts 11"/>
          <p:cNvSpPr/>
          <p:nvPr/>
        </p:nvSpPr>
        <p:spPr>
          <a:xfrm rot="12480000">
            <a:off x="6694920" y="54172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feld 20"/>
          <p:cNvSpPr/>
          <p:nvPr/>
        </p:nvSpPr>
        <p:spPr>
          <a:xfrm>
            <a:off x="7380000" y="576000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86;p 6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9;p 6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F79FAC-BBD7-451D-8595-AE1D860799D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/>
          <p:cNvPicPr/>
          <p:nvPr/>
        </p:nvPicPr>
        <p:blipFill>
          <a:blip r:embed="rId1"/>
          <a:stretch/>
        </p:blipFill>
        <p:spPr>
          <a:xfrm>
            <a:off x="1260000" y="2070720"/>
            <a:ext cx="9764280" cy="260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1317960" y="2232000"/>
            <a:ext cx="4981680" cy="791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feil: nach rechts 10"/>
          <p:cNvSpPr/>
          <p:nvPr/>
        </p:nvSpPr>
        <p:spPr>
          <a:xfrm rot="12480000">
            <a:off x="6514920" y="48772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feld 19"/>
          <p:cNvSpPr/>
          <p:nvPr/>
        </p:nvSpPr>
        <p:spPr>
          <a:xfrm>
            <a:off x="7200000" y="522000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560" cy="880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itel 3"/>
          <p:cNvSpPr/>
          <p:nvPr/>
        </p:nvSpPr>
        <p:spPr>
          <a:xfrm>
            <a:off x="696240" y="3833640"/>
            <a:ext cx="762156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86;p 19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9;p 19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sldNum" idx="46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556C52-9EBB-485B-A056-E456CEB72ED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Textfeld 21"/>
          <p:cNvSpPr/>
          <p:nvPr/>
        </p:nvSpPr>
        <p:spPr>
          <a:xfrm>
            <a:off x="3320280" y="2340000"/>
            <a:ext cx="585972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feil: nach rechts 13"/>
          <p:cNvSpPr/>
          <p:nvPr/>
        </p:nvSpPr>
        <p:spPr>
          <a:xfrm rot="10800000">
            <a:off x="9323280" y="296604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2" name="Pfeil: nach rechts 14"/>
          <p:cNvSpPr/>
          <p:nvPr/>
        </p:nvSpPr>
        <p:spPr>
          <a:xfrm>
            <a:off x="3132000" y="349200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3" name="Pfeil: nach rechts 15"/>
          <p:cNvSpPr/>
          <p:nvPr/>
        </p:nvSpPr>
        <p:spPr>
          <a:xfrm rot="13020000">
            <a:off x="7580880" y="474264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feld 22"/>
          <p:cNvSpPr/>
          <p:nvPr/>
        </p:nvSpPr>
        <p:spPr>
          <a:xfrm>
            <a:off x="8129520" y="515772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feld 23"/>
          <p:cNvSpPr/>
          <p:nvPr/>
        </p:nvSpPr>
        <p:spPr>
          <a:xfrm>
            <a:off x="9936000" y="302400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feld 24"/>
          <p:cNvSpPr/>
          <p:nvPr/>
        </p:nvSpPr>
        <p:spPr>
          <a:xfrm>
            <a:off x="1325520" y="3537720"/>
            <a:ext cx="1878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86;p 20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604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89;p 20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4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BA32F9-D245-4CF1-8692-CD6E8E79184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PlaceHolder 6"/>
          <p:cNvSpPr txBox="1"/>
          <p:nvPr/>
        </p:nvSpPr>
        <p:spPr>
          <a:xfrm>
            <a:off x="7616880" y="1404000"/>
            <a:ext cx="2103120" cy="270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11"/>
          <p:cNvSpPr txBox="1"/>
          <p:nvPr/>
        </p:nvSpPr>
        <p:spPr>
          <a:xfrm>
            <a:off x="8100000" y="1484640"/>
            <a:ext cx="3547080" cy="247536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560" cy="880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itel 8"/>
          <p:cNvSpPr/>
          <p:nvPr/>
        </p:nvSpPr>
        <p:spPr>
          <a:xfrm>
            <a:off x="696240" y="3833640"/>
            <a:ext cx="762156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6320" cy="152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86;p 9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89;p 9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sldNum" idx="48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3E742A-DB5C-4F0A-AAD9-74222A32894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1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08200" y="4271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2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02880" y="2457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Grafik 26"/>
          <p:cNvPicPr/>
          <p:nvPr/>
        </p:nvPicPr>
        <p:blipFill>
          <a:blip r:embed="rId5"/>
          <a:stretch/>
        </p:blipFill>
        <p:spPr>
          <a:xfrm>
            <a:off x="6993360" y="1946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Grafik 27"/>
          <p:cNvPicPr/>
          <p:nvPr/>
        </p:nvPicPr>
        <p:blipFill>
          <a:blip r:embed="rId6"/>
          <a:stretch/>
        </p:blipFill>
        <p:spPr>
          <a:xfrm>
            <a:off x="7984440" y="3655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5" name="Grafik 28"/>
          <p:cNvPicPr/>
          <p:nvPr/>
        </p:nvPicPr>
        <p:blipFill>
          <a:blip r:embed="rId7"/>
          <a:stretch/>
        </p:blipFill>
        <p:spPr>
          <a:xfrm>
            <a:off x="6147360" y="1672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Grafik 29"/>
          <p:cNvPicPr/>
          <p:nvPr/>
        </p:nvPicPr>
        <p:blipFill>
          <a:blip r:embed="rId8"/>
          <a:stretch/>
        </p:blipFill>
        <p:spPr>
          <a:xfrm>
            <a:off x="5964840" y="3484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Pfeil: nach rechts 3"/>
          <p:cNvSpPr/>
          <p:nvPr/>
        </p:nvSpPr>
        <p:spPr>
          <a:xfrm rot="1500000">
            <a:off x="4787280" y="323964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feld 2"/>
          <p:cNvSpPr/>
          <p:nvPr/>
        </p:nvSpPr>
        <p:spPr>
          <a:xfrm>
            <a:off x="211680" y="2223000"/>
            <a:ext cx="5476320" cy="260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betreteTuer[p: PERSON, von: RAUM, t: TUER]{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 in von.nachbarn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//nur eine Person darf die Tür betreten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#(t.personenImOrtFein) = 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von.personenImOrtFein' = von.personenImOrtFein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t.personenImOrtFein' = t.personenImOrtFein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t)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86;p 7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Google Shape;89;p 7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CB33AB-D969-4D51-9641-A8C2DB8E9E8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3" name=""/>
          <p:cNvPicPr/>
          <p:nvPr/>
        </p:nvPicPr>
        <p:blipFill>
          <a:blip r:embed="rId1"/>
          <a:stretch/>
        </p:blipFill>
        <p:spPr>
          <a:xfrm>
            <a:off x="1577520" y="2340000"/>
            <a:ext cx="9042480" cy="21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86;p 8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9;p 8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1884AE-9AF1-47AE-A6D3-D9ED7B4F185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8" name=""/>
          <p:cNvPicPr/>
          <p:nvPr/>
        </p:nvPicPr>
        <p:blipFill>
          <a:blip r:embed="rId1"/>
          <a:stretch/>
        </p:blipFill>
        <p:spPr>
          <a:xfrm>
            <a:off x="1440000" y="2377800"/>
            <a:ext cx="9256680" cy="194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86;p 10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89;p 10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60F4A5-2B63-4049-8986-F32B2B66217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3" name=""/>
          <p:cNvPicPr/>
          <p:nvPr/>
        </p:nvPicPr>
        <p:blipFill>
          <a:blip r:embed="rId1"/>
          <a:stretch/>
        </p:blipFill>
        <p:spPr>
          <a:xfrm>
            <a:off x="1337760" y="2483280"/>
            <a:ext cx="9282240" cy="165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86;p 1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89;p 11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F2D948-9464-4FB9-AD8C-CE85BC59A01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8" name=""/>
          <p:cNvPicPr/>
          <p:nvPr/>
        </p:nvPicPr>
        <p:blipFill>
          <a:blip r:embed="rId1"/>
          <a:stretch/>
        </p:blipFill>
        <p:spPr>
          <a:xfrm>
            <a:off x="1707120" y="1932840"/>
            <a:ext cx="8552880" cy="27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86;p 12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89;p 1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B87502-923A-4C96-8D30-C0076F486B0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3" name=""/>
          <p:cNvPicPr/>
          <p:nvPr/>
        </p:nvPicPr>
        <p:blipFill>
          <a:blip r:embed="rId1"/>
          <a:srcRect l="0" t="0" r="0" b="41354"/>
          <a:stretch/>
        </p:blipFill>
        <p:spPr>
          <a:xfrm>
            <a:off x="1260000" y="1854720"/>
            <a:ext cx="9550800" cy="289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92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143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9840" cy="158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86;p 16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Google Shape;89;p 16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8EDB34-613F-45AF-BC92-D41B47A0E2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9840" cy="158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86;p 13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Google Shape;89;p 1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067A97-A08A-4E09-923C-0F8B982761C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6" name=""/>
          <p:cNvPicPr/>
          <p:nvPr/>
        </p:nvPicPr>
        <p:blipFill>
          <a:blip r:embed="rId1"/>
          <a:srcRect l="0" t="58613" r="0" b="0"/>
          <a:stretch/>
        </p:blipFill>
        <p:spPr>
          <a:xfrm>
            <a:off x="1440000" y="2340000"/>
            <a:ext cx="9038160" cy="193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95;p3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560" cy="100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560" cy="136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oogle Shape;98;p3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56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2F14C5-1084-4DA7-AA17-D3B375A795D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178;p8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181;p8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5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896741-D291-4515-91A4-6013532334E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232;p14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3120" cy="4572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235;p14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58"/>
          </p:nvPr>
        </p:nvSpPr>
        <p:spPr>
          <a:xfrm>
            <a:off x="11402640" y="6415920"/>
            <a:ext cx="24444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9DEA2A-3BBC-43A2-9496-7DB71E2616C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Application>LibreOffice/26.2.5.2$Windows_X86_64 LibreOffice_project/cd7284b4cbbfeb507e630c1aac019f4157393acb</Application>
  <AppVersion>15.0000</AppVersion>
  <Words>2324</Words>
  <Paragraphs>463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2026-08-18T10:34:38Z</dcterms:modified>
  <cp:revision>52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